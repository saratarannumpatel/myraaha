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147468953" r:id="rId3"/>
    <p:sldId id="2147469083" r:id="rId4"/>
    <p:sldId id="257" r:id="rId5"/>
    <p:sldId id="2147469037" r:id="rId6"/>
    <p:sldId id="21474690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65"/>
  </p:normalViewPr>
  <p:slideViewPr>
    <p:cSldViewPr snapToGrid="0">
      <p:cViewPr varScale="1">
        <p:scale>
          <a:sx n="89" d="100"/>
          <a:sy n="89" d="100"/>
        </p:scale>
        <p:origin x="112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9763-8876-22AD-5DC4-9641FC12D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19EAF-2C1E-1E6B-EE4C-9556620D2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8A30D-3CB7-6104-4420-8B04F7A1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3B2A4-DBBF-4C89-3A9B-204E97AD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A2E0E-1D30-02BC-EFC2-4A9EB55F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8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03A1-3CEA-F91D-EACC-C4C63A1E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986E-0478-389C-9F11-8DCDBCE3B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40AD1-0DEA-798A-8C9A-7E2FA6FE8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EFAC6-5A1B-2B1C-199D-A8092F99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D9E9F-52EB-9390-9024-7BF61F69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7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0645-5AED-0B95-B749-85E617E1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A934F-58A2-5CEF-2D12-34083D5B1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3F3E5-73E3-3561-0B31-FA763EEAD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485A5-CBFC-9E18-7B12-8EFAE090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E8A85-C591-2877-CF75-46CE05A2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9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0F13-1F35-4D38-AF07-A5EB9AA8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6D8F4-70C8-BA3A-AEAB-67B732A84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A0A10-BAF0-6AE3-0076-9FD459582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0E5D-0210-A655-BD57-D46E3298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56029-F3C5-D6E3-E7D9-A27014C4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DFA7C-C63E-2830-71D0-E9B068A4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3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6044-44BC-9730-7C8F-78700955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0AE93-B333-C783-B855-D5A2CA3C4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6FACA-4832-2A13-9363-1B5B42005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EA914-4D41-6A94-7139-C3BFCD684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1A0F8-2B43-6893-0350-401D856C9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E75BE-2EC0-A371-60C6-177B0BF1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63C37-9943-D501-1150-02B131F7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7FF04-C411-6E0E-78A0-F950B10E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AFA3-44C6-5C69-D200-E0C7C5FA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70A22-15ED-4CA1-AC27-30FDB0CB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E2A07-A335-A9CF-471C-52CAAF65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59E8D-4C1F-9DA1-8A9D-5B974A43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8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EBF53-D401-7DFC-2929-0DE78DEA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F653B-1ED3-24BA-0B1B-CDE8872E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CA5E4-7035-3CD7-F97E-CF9BAD70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5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403A9-D779-2E6A-4919-C4C8B71E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00990-1A22-BC5A-AAC7-B504B320A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BCBC4-4DB8-E635-FB6B-DE4B9A4A4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DD2C6-2F62-AA1C-A684-6513BEC1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E9872-9E35-97F7-8ECA-86EBB39C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62763-47AC-EDF7-40E5-0D2AA07A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1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7857F-5C04-1CEF-7C97-39DF9D31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67CC54-21A5-840B-E4E0-77D30BFF8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08A17-F358-A12B-FA11-2947D093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50B7A-13FC-F332-19FE-79D084BF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A06FB-02E9-FAD8-2FF3-EF6B221B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5D32B-D113-57D5-F54F-4A35ABA8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0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55B0-85A6-A0F5-0EA6-25D02BF1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5E558-59D0-B7F7-87DC-619D75D7B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AC6CA-23D4-4EE3-5ED0-7E70129D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15579-26EE-35EF-95A1-7FB88408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92DBC-03FF-28C5-B0B6-AE5532B4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8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CEF31-BAA4-BD61-2BD2-63D6CC8C1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21C60-A86C-8CD4-09F8-50DBEBA16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0420A-1F7B-22D1-F8A0-9D52FA34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6B09C-1381-44A2-2EE2-52EABAF84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5B98-A77A-1AAD-5B90-B33B7BAB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9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AD335D2-118F-D852-4B06-B451FBC38A5B}"/>
              </a:ext>
            </a:extLst>
          </p:cNvPr>
          <p:cNvSpPr txBox="1"/>
          <p:nvPr userDrawn="1"/>
        </p:nvSpPr>
        <p:spPr>
          <a:xfrm>
            <a:off x="0" y="6624320"/>
            <a:ext cx="2717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Copyright 2025 myRaah.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36876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AD335D2-118F-D852-4B06-B451FBC38A5B}"/>
              </a:ext>
            </a:extLst>
          </p:cNvPr>
          <p:cNvSpPr txBox="1"/>
          <p:nvPr userDrawn="1"/>
        </p:nvSpPr>
        <p:spPr>
          <a:xfrm>
            <a:off x="0" y="6624320"/>
            <a:ext cx="2717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Copyright 2025 myRaah.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1436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Credential BG Bas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35"/>
          </p:nvPr>
        </p:nvSpPr>
        <p:spPr>
          <a:xfrm flipH="1">
            <a:off x="11617001" y="6537474"/>
            <a:ext cx="216084" cy="161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5CD2A06-52F0-484C-BC1F-D5E1DEE31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003" y="282534"/>
            <a:ext cx="11474082" cy="468730"/>
          </a:xfrm>
          <a:prstGeom prst="rect">
            <a:avLst/>
          </a:prstGeom>
        </p:spPr>
        <p:txBody>
          <a:bodyPr vert="horz" lIns="0" tIns="60944" rIns="0" bIns="0" rtlCol="0" anchor="ctr" anchorCtr="0">
            <a:noAutofit/>
          </a:bodyPr>
          <a:lstStyle>
            <a:lvl1pPr algn="l">
              <a:defRPr sz="3199"/>
            </a:lvl1pPr>
          </a:lstStyle>
          <a:p>
            <a:pPr lvl="0"/>
            <a:r>
              <a:rPr lang="en-US" dirty="0"/>
              <a:t>INSERT MAIN TITLE AT 36PT MIN 30PT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168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571C5-6A60-4236-B826-259C52D7CBB3}" type="datetimeFigureOut">
              <a:rPr lang="en-US"/>
              <a:pPr>
                <a:defRPr/>
              </a:pPr>
              <a:t>4/22/26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24276-CFD3-4432-8795-25864BDBA0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0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1B40F-4828-784D-B0BC-EEF8F022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A6EA0-843C-C7F5-F36C-3A0CD30CF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11FA1-4BB2-616F-6636-CDAB600A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A5149-3874-8F41-B55D-560EDC46EEB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CCE80-ACD4-5191-89E7-5036EBB7A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80D07-C52C-53CB-5138-90F879AF7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0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F0DCA-13D9-014B-9242-5CA021B7A6D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C9277-4E54-3443-BF0E-76DDF3D5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8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754E-1A8C-ABB1-A59D-BC38FE71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A8501A-0F07-8D91-BCD5-DD9458BB0A17}"/>
              </a:ext>
            </a:extLst>
          </p:cNvPr>
          <p:cNvSpPr/>
          <p:nvPr/>
        </p:nvSpPr>
        <p:spPr>
          <a:xfrm>
            <a:off x="9192126" y="0"/>
            <a:ext cx="299987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pic>
        <p:nvPicPr>
          <p:cNvPr id="8" name="Picture 7" descr="A person and person holding books and a book&#10;&#10;AI-generated content may be incorrect.">
            <a:extLst>
              <a:ext uri="{FF2B5EF4-FFF2-40B4-BE49-F238E27FC236}">
                <a16:creationId xmlns:a16="http://schemas.microsoft.com/office/drawing/2014/main" id="{3AD03072-D6B8-02E1-8441-478960DFA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71BA5F-6EC9-89D1-F3DE-3E3203361422}"/>
              </a:ext>
            </a:extLst>
          </p:cNvPr>
          <p:cNvCxnSpPr>
            <a:cxnSpLocks/>
          </p:cNvCxnSpPr>
          <p:nvPr/>
        </p:nvCxnSpPr>
        <p:spPr>
          <a:xfrm>
            <a:off x="9156857" y="639028"/>
            <a:ext cx="0" cy="188259"/>
          </a:xfrm>
          <a:prstGeom prst="line">
            <a:avLst/>
          </a:prstGeom>
          <a:ln w="571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29C5070-0433-D02D-2DFD-3D19E888FB1A}"/>
              </a:ext>
            </a:extLst>
          </p:cNvPr>
          <p:cNvSpPr txBox="1"/>
          <p:nvPr/>
        </p:nvSpPr>
        <p:spPr>
          <a:xfrm>
            <a:off x="471485" y="124591"/>
            <a:ext cx="4843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Career Library Workflow</a:t>
            </a:r>
          </a:p>
          <a:p>
            <a:r>
              <a:rPr lang="en-US" dirty="0"/>
              <a:t>15-March-2026</a:t>
            </a:r>
          </a:p>
        </p:txBody>
      </p:sp>
    </p:spTree>
    <p:extLst>
      <p:ext uri="{BB962C8B-B14F-4D97-AF65-F5344CB8AC3E}">
        <p14:creationId xmlns:p14="http://schemas.microsoft.com/office/powerpoint/2010/main" val="336705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A0F0C-8A01-31F2-6A17-3093D571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90D8EE-D811-B0F0-C4BD-B8E8A311F232}"/>
              </a:ext>
            </a:extLst>
          </p:cNvPr>
          <p:cNvSpPr/>
          <p:nvPr/>
        </p:nvSpPr>
        <p:spPr>
          <a:xfrm>
            <a:off x="0" y="6627714"/>
            <a:ext cx="2784141" cy="230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56259D-0A53-6758-8408-5A9C1FE7F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44" y="271463"/>
            <a:ext cx="11852256" cy="63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6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885E-2D2B-C76E-D53F-9328B13E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854535-43BF-A42C-390B-F34FEAAC8F6C}"/>
              </a:ext>
            </a:extLst>
          </p:cNvPr>
          <p:cNvSpPr/>
          <p:nvPr/>
        </p:nvSpPr>
        <p:spPr>
          <a:xfrm>
            <a:off x="1871650" y="1514467"/>
            <a:ext cx="1300162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436BC-4C0F-8820-9080-D07869B47EA1}"/>
              </a:ext>
            </a:extLst>
          </p:cNvPr>
          <p:cNvSpPr txBox="1"/>
          <p:nvPr/>
        </p:nvSpPr>
        <p:spPr>
          <a:xfrm>
            <a:off x="2028812" y="1514467"/>
            <a:ext cx="9858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a role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757495-0F63-A404-0C99-FEF51471C2E9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4274" y="1800217"/>
            <a:ext cx="185737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DEED51-A522-2BDC-64FF-CE8498722D22}"/>
              </a:ext>
            </a:extLst>
          </p:cNvPr>
          <p:cNvSpPr/>
          <p:nvPr/>
        </p:nvSpPr>
        <p:spPr>
          <a:xfrm>
            <a:off x="271445" y="1628770"/>
            <a:ext cx="1300162" cy="328610"/>
          </a:xfrm>
          <a:prstGeom prst="roundRect">
            <a:avLst>
              <a:gd name="adj" fmla="val 48925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Role inventory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1028A2-776E-3222-15AD-309AD8503B86}"/>
              </a:ext>
            </a:extLst>
          </p:cNvPr>
          <p:cNvSpPr/>
          <p:nvPr/>
        </p:nvSpPr>
        <p:spPr>
          <a:xfrm>
            <a:off x="5155396" y="1049954"/>
            <a:ext cx="414330" cy="1564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7322DF-4109-1371-451E-64D653D5C4AF}"/>
              </a:ext>
            </a:extLst>
          </p:cNvPr>
          <p:cNvCxnSpPr>
            <a:cxnSpLocks/>
          </p:cNvCxnSpPr>
          <p:nvPr/>
        </p:nvCxnSpPr>
        <p:spPr>
          <a:xfrm flipV="1">
            <a:off x="8920124" y="1800217"/>
            <a:ext cx="1866926" cy="1666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CA10BB3-1D06-E10B-2101-EA9392F257BD}"/>
              </a:ext>
            </a:extLst>
          </p:cNvPr>
          <p:cNvSpPr/>
          <p:nvPr/>
        </p:nvSpPr>
        <p:spPr>
          <a:xfrm>
            <a:off x="8431957" y="1629957"/>
            <a:ext cx="1197811" cy="371132"/>
          </a:xfrm>
          <a:prstGeom prst="roundRect">
            <a:avLst>
              <a:gd name="adj" fmla="val 48925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Combined Data for Fields</a:t>
            </a:r>
          </a:p>
        </p:txBody>
      </p:sp>
      <p:pic>
        <p:nvPicPr>
          <p:cNvPr id="1026" name="Picture 2" descr="Purple excel icon - Free purple office ...">
            <a:extLst>
              <a:ext uri="{FF2B5EF4-FFF2-40B4-BE49-F238E27FC236}">
                <a16:creationId xmlns:a16="http://schemas.microsoft.com/office/drawing/2014/main" id="{7BB7E974-88AC-C900-A698-708CC64BD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776" y="1914520"/>
            <a:ext cx="328610" cy="32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" descr="Purple microsoft word icon - Free ...">
            <a:extLst>
              <a:ext uri="{FF2B5EF4-FFF2-40B4-BE49-F238E27FC236}">
                <a16:creationId xmlns:a16="http://schemas.microsoft.com/office/drawing/2014/main" id="{8BB3976E-D821-730E-C515-0F07816F0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209" y="1351099"/>
            <a:ext cx="328610" cy="37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CE2E3B67-F952-417D-84E4-6654138AE50D}"/>
              </a:ext>
            </a:extLst>
          </p:cNvPr>
          <p:cNvSpPr/>
          <p:nvPr/>
        </p:nvSpPr>
        <p:spPr>
          <a:xfrm>
            <a:off x="10813261" y="1516846"/>
            <a:ext cx="1300162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CEBA00-1080-0A25-FF03-F15EB6C05C88}"/>
              </a:ext>
            </a:extLst>
          </p:cNvPr>
          <p:cNvSpPr txBox="1"/>
          <p:nvPr/>
        </p:nvSpPr>
        <p:spPr>
          <a:xfrm>
            <a:off x="10970426" y="1531193"/>
            <a:ext cx="9858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Populate DB Fields</a:t>
            </a:r>
          </a:p>
        </p:txBody>
      </p:sp>
      <p:pic>
        <p:nvPicPr>
          <p:cNvPr id="51" name="Picture 2" descr="Purple excel icon - Free purple office ...">
            <a:extLst>
              <a:ext uri="{FF2B5EF4-FFF2-40B4-BE49-F238E27FC236}">
                <a16:creationId xmlns:a16="http://schemas.microsoft.com/office/drawing/2014/main" id="{C56FD2DA-F719-1E6B-217F-C575BBDB3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8157" y="1309648"/>
            <a:ext cx="328610" cy="32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68A9F83-FCA8-9DE4-91C3-30CCB9CBE5D1}"/>
              </a:ext>
            </a:extLst>
          </p:cNvPr>
          <p:cNvSpPr txBox="1"/>
          <p:nvPr/>
        </p:nvSpPr>
        <p:spPr>
          <a:xfrm>
            <a:off x="0" y="0"/>
            <a:ext cx="231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GETTING THE DATA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C56B70-785D-A4C0-F817-686EAD6647BD}"/>
              </a:ext>
            </a:extLst>
          </p:cNvPr>
          <p:cNvSpPr txBox="1"/>
          <p:nvPr/>
        </p:nvSpPr>
        <p:spPr>
          <a:xfrm>
            <a:off x="-14313" y="3695700"/>
            <a:ext cx="30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BUILDING THE DATABASE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856110C-8F8A-71B4-DCCA-568471C034EF}"/>
              </a:ext>
            </a:extLst>
          </p:cNvPr>
          <p:cNvCxnSpPr>
            <a:cxnSpLocks/>
          </p:cNvCxnSpPr>
          <p:nvPr/>
        </p:nvCxnSpPr>
        <p:spPr>
          <a:xfrm>
            <a:off x="11472824" y="2085191"/>
            <a:ext cx="0" cy="118723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867DE4-660A-9098-B900-44C575639C74}"/>
              </a:ext>
            </a:extLst>
          </p:cNvPr>
          <p:cNvSpPr/>
          <p:nvPr/>
        </p:nvSpPr>
        <p:spPr>
          <a:xfrm>
            <a:off x="10798973" y="2326474"/>
            <a:ext cx="1373979" cy="328610"/>
          </a:xfrm>
          <a:prstGeom prst="roundRect">
            <a:avLst>
              <a:gd name="adj" fmla="val 48925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for Fields - 2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5BC2DE-831E-D265-6480-F866D80BE538}"/>
              </a:ext>
            </a:extLst>
          </p:cNvPr>
          <p:cNvSpPr/>
          <p:nvPr/>
        </p:nvSpPr>
        <p:spPr>
          <a:xfrm>
            <a:off x="5736399" y="1515821"/>
            <a:ext cx="1300162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D48FAF-E2EC-009C-8223-15B6B56A271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171812" y="1800217"/>
            <a:ext cx="2564587" cy="797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C67D04-421C-2BD6-A011-89457D3BAD43}"/>
              </a:ext>
            </a:extLst>
          </p:cNvPr>
          <p:cNvSpPr/>
          <p:nvPr/>
        </p:nvSpPr>
        <p:spPr>
          <a:xfrm>
            <a:off x="3328973" y="1628770"/>
            <a:ext cx="1400175" cy="328610"/>
          </a:xfrm>
          <a:prstGeom prst="roundRect">
            <a:avLst>
              <a:gd name="adj" fmla="val 48925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 I/P Template</a:t>
            </a:r>
          </a:p>
        </p:txBody>
      </p:sp>
      <p:pic>
        <p:nvPicPr>
          <p:cNvPr id="11" name="Picture 4" descr="Purple microsoft word icon - Free ...">
            <a:extLst>
              <a:ext uri="{FF2B5EF4-FFF2-40B4-BE49-F238E27FC236}">
                <a16:creationId xmlns:a16="http://schemas.microsoft.com/office/drawing/2014/main" id="{97E16EA0-C7E0-CF55-D619-AAE451EF5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522" y="1410808"/>
            <a:ext cx="328610" cy="37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32BFFA-4117-C9B4-5EBA-C2E792CDA809}"/>
              </a:ext>
            </a:extLst>
          </p:cNvPr>
          <p:cNvSpPr txBox="1"/>
          <p:nvPr/>
        </p:nvSpPr>
        <p:spPr>
          <a:xfrm>
            <a:off x="5876974" y="1634215"/>
            <a:ext cx="9858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Claude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C04A11-4CD8-6F27-1867-63C7E2BF204E}"/>
              </a:ext>
            </a:extLst>
          </p:cNvPr>
          <p:cNvCxnSpPr>
            <a:cxnSpLocks/>
          </p:cNvCxnSpPr>
          <p:nvPr/>
        </p:nvCxnSpPr>
        <p:spPr>
          <a:xfrm flipV="1">
            <a:off x="6538911" y="1833288"/>
            <a:ext cx="1866926" cy="1666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42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5F7B-29B1-2434-8665-766FF59A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chair in a row of purple chairs&#10;&#10;AI-generated content may be incorrect.">
            <a:extLst>
              <a:ext uri="{FF2B5EF4-FFF2-40B4-BE49-F238E27FC236}">
                <a16:creationId xmlns:a16="http://schemas.microsoft.com/office/drawing/2014/main" id="{023D3FF4-0D0A-2FDF-C7E2-1F0E09A82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132" y="0"/>
            <a:ext cx="1222513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53A10D-9BDF-E934-4784-2A75BE0702FA}"/>
              </a:ext>
            </a:extLst>
          </p:cNvPr>
          <p:cNvSpPr/>
          <p:nvPr/>
        </p:nvSpPr>
        <p:spPr>
          <a:xfrm>
            <a:off x="-33132" y="2152593"/>
            <a:ext cx="12291390" cy="147873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16000"/>
                  <a:lumMod val="23000"/>
                </a:schemeClr>
              </a:gs>
              <a:gs pos="100000">
                <a:schemeClr val="bg1">
                  <a:lumMod val="65000"/>
                  <a:lumOff val="35000"/>
                  <a:alpha val="6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7310CF9F-8276-5605-A3BD-583A8E4E7514}"/>
              </a:ext>
            </a:extLst>
          </p:cNvPr>
          <p:cNvSpPr txBox="1">
            <a:spLocks/>
          </p:cNvSpPr>
          <p:nvPr/>
        </p:nvSpPr>
        <p:spPr>
          <a:xfrm>
            <a:off x="239128" y="2146585"/>
            <a:ext cx="4625480" cy="11240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 Nova" panose="020B0604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4676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33517-D784-12F9-FD3E-AC007189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>
            <a:extLst>
              <a:ext uri="{FF2B5EF4-FFF2-40B4-BE49-F238E27FC236}">
                <a16:creationId xmlns:a16="http://schemas.microsoft.com/office/drawing/2014/main" id="{97C31B84-8759-2E00-A3DD-E436017594FA}"/>
              </a:ext>
            </a:extLst>
          </p:cNvPr>
          <p:cNvSpPr/>
          <p:nvPr/>
        </p:nvSpPr>
        <p:spPr>
          <a:xfrm>
            <a:off x="-1358153" y="-524435"/>
            <a:ext cx="14509377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971D9F9-7D98-E9FC-A602-A1E91EC6D11C}"/>
              </a:ext>
            </a:extLst>
          </p:cNvPr>
          <p:cNvSpPr txBox="1"/>
          <p:nvPr/>
        </p:nvSpPr>
        <p:spPr>
          <a:xfrm>
            <a:off x="4585448" y="3904310"/>
            <a:ext cx="3657600" cy="5847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Role Title/ID: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Artificial Intelligence Engineer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0F42F41-27A6-62BD-62B4-3AAA1D223D42}"/>
              </a:ext>
            </a:extLst>
          </p:cNvPr>
          <p:cNvSpPr txBox="1"/>
          <p:nvPr/>
        </p:nvSpPr>
        <p:spPr>
          <a:xfrm>
            <a:off x="-376515" y="323482"/>
            <a:ext cx="1358153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Role description</a:t>
            </a:r>
          </a:p>
        </p:txBody>
      </p: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2623BFF9-58F7-B486-D50F-A04D1A2088D2}"/>
              </a:ext>
            </a:extLst>
          </p:cNvPr>
          <p:cNvCxnSpPr>
            <a:stCxn id="106" idx="0"/>
            <a:endCxn id="107" idx="2"/>
          </p:cNvCxnSpPr>
          <p:nvPr/>
        </p:nvCxnSpPr>
        <p:spPr>
          <a:xfrm rot="16200000" flipV="1">
            <a:off x="1721880" y="-788058"/>
            <a:ext cx="3273051" cy="6111686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22E422FF-F3E6-20F0-7CE6-B70792D14349}"/>
              </a:ext>
            </a:extLst>
          </p:cNvPr>
          <p:cNvSpPr txBox="1"/>
          <p:nvPr/>
        </p:nvSpPr>
        <p:spPr>
          <a:xfrm>
            <a:off x="-1122524" y="-142214"/>
            <a:ext cx="125027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Alternate role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0816186-A060-F822-686B-1066A24AB8DC}"/>
              </a:ext>
            </a:extLst>
          </p:cNvPr>
          <p:cNvSpPr txBox="1"/>
          <p:nvPr/>
        </p:nvSpPr>
        <p:spPr>
          <a:xfrm>
            <a:off x="533404" y="1738587"/>
            <a:ext cx="117497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Archetype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8088CDB-D7BB-02FA-0D97-3A2C04F263A8}"/>
              </a:ext>
            </a:extLst>
          </p:cNvPr>
          <p:cNvSpPr txBox="1"/>
          <p:nvPr/>
        </p:nvSpPr>
        <p:spPr>
          <a:xfrm>
            <a:off x="2985846" y="2620495"/>
            <a:ext cx="1358153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Work activities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726993C-DD16-1A22-1132-0D4126E0F658}"/>
              </a:ext>
            </a:extLst>
          </p:cNvPr>
          <p:cNvSpPr txBox="1"/>
          <p:nvPr/>
        </p:nvSpPr>
        <p:spPr>
          <a:xfrm>
            <a:off x="-452414" y="2814724"/>
            <a:ext cx="163217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Work environment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CEB2465-3382-F5A9-A874-0CE32702A5BF}"/>
              </a:ext>
            </a:extLst>
          </p:cNvPr>
          <p:cNvSpPr txBox="1"/>
          <p:nvPr/>
        </p:nvSpPr>
        <p:spPr>
          <a:xfrm>
            <a:off x="1184984" y="119121"/>
            <a:ext cx="1358153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Future demand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8BE564F-620D-FA89-BEFE-1CD70FA47D14}"/>
              </a:ext>
            </a:extLst>
          </p:cNvPr>
          <p:cNvSpPr txBox="1"/>
          <p:nvPr/>
        </p:nvSpPr>
        <p:spPr>
          <a:xfrm>
            <a:off x="1970598" y="1404215"/>
            <a:ext cx="1808029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Automation exposure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D85872C-7EBA-7309-07DC-E8551DE6F4D7}"/>
              </a:ext>
            </a:extLst>
          </p:cNvPr>
          <p:cNvSpPr txBox="1"/>
          <p:nvPr/>
        </p:nvSpPr>
        <p:spPr>
          <a:xfrm>
            <a:off x="3847285" y="964152"/>
            <a:ext cx="1128133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Entry point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E056991-F781-35B2-8C7B-8C4860220B7B}"/>
              </a:ext>
            </a:extLst>
          </p:cNvPr>
          <p:cNvSpPr txBox="1"/>
          <p:nvPr/>
        </p:nvSpPr>
        <p:spPr>
          <a:xfrm>
            <a:off x="833724" y="3291234"/>
            <a:ext cx="149404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Venture potential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2094620-41D3-D6D0-C867-39DE4C861AC3}"/>
              </a:ext>
            </a:extLst>
          </p:cNvPr>
          <p:cNvSpPr txBox="1"/>
          <p:nvPr/>
        </p:nvSpPr>
        <p:spPr>
          <a:xfrm>
            <a:off x="4444962" y="3011913"/>
            <a:ext cx="1128133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Opportunity</a:t>
            </a: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74AB0E52-9E01-93AE-047F-418406918059}"/>
              </a:ext>
            </a:extLst>
          </p:cNvPr>
          <p:cNvCxnSpPr>
            <a:cxnSpLocks/>
            <a:stCxn id="106" idx="0"/>
            <a:endCxn id="117" idx="2"/>
          </p:cNvCxnSpPr>
          <p:nvPr/>
        </p:nvCxnSpPr>
        <p:spPr>
          <a:xfrm rot="16200000" flipV="1">
            <a:off x="5419329" y="2909390"/>
            <a:ext cx="584620" cy="1405219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9B003E4C-E86C-DC9D-B2FC-31FDD9410B3F}"/>
              </a:ext>
            </a:extLst>
          </p:cNvPr>
          <p:cNvCxnSpPr>
            <a:cxnSpLocks/>
            <a:stCxn id="106" idx="0"/>
            <a:endCxn id="116" idx="2"/>
          </p:cNvCxnSpPr>
          <p:nvPr/>
        </p:nvCxnSpPr>
        <p:spPr>
          <a:xfrm rot="16200000" flipV="1">
            <a:off x="3844849" y="1334910"/>
            <a:ext cx="305299" cy="483350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6E768E06-8EF1-6A36-BB47-94F2FCB28875}"/>
              </a:ext>
            </a:extLst>
          </p:cNvPr>
          <p:cNvCxnSpPr>
            <a:cxnSpLocks/>
            <a:stCxn id="106" idx="1"/>
            <a:endCxn id="112" idx="2"/>
          </p:cNvCxnSpPr>
          <p:nvPr/>
        </p:nvCxnSpPr>
        <p:spPr>
          <a:xfrm rot="10800000">
            <a:off x="363674" y="3122502"/>
            <a:ext cx="4221774" cy="1074197"/>
          </a:xfrm>
          <a:prstGeom prst="bentConnector2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905B2DA4-E689-AAA9-8481-754A44371DBC}"/>
              </a:ext>
            </a:extLst>
          </p:cNvPr>
          <p:cNvCxnSpPr>
            <a:cxnSpLocks/>
            <a:stCxn id="106" idx="0"/>
            <a:endCxn id="110" idx="2"/>
          </p:cNvCxnSpPr>
          <p:nvPr/>
        </p:nvCxnSpPr>
        <p:spPr>
          <a:xfrm rot="16200000" flipV="1">
            <a:off x="2838598" y="328659"/>
            <a:ext cx="1857946" cy="529335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57B7715A-9947-2B1B-4288-F7CC704A8760}"/>
              </a:ext>
            </a:extLst>
          </p:cNvPr>
          <p:cNvCxnSpPr>
            <a:cxnSpLocks/>
            <a:stCxn id="106" idx="0"/>
            <a:endCxn id="114" idx="2"/>
          </p:cNvCxnSpPr>
          <p:nvPr/>
        </p:nvCxnSpPr>
        <p:spPr>
          <a:xfrm rot="16200000" flipV="1">
            <a:off x="3548272" y="1038333"/>
            <a:ext cx="2192318" cy="3539635"/>
          </a:xfrm>
          <a:prstGeom prst="bentConnector3">
            <a:avLst>
              <a:gd name="adj1" fmla="val 66293"/>
            </a:avLst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Elbow Connector 122">
            <a:extLst>
              <a:ext uri="{FF2B5EF4-FFF2-40B4-BE49-F238E27FC236}">
                <a16:creationId xmlns:a16="http://schemas.microsoft.com/office/drawing/2014/main" id="{FF63268B-DB4C-9BA0-440C-0B7D6F421889}"/>
              </a:ext>
            </a:extLst>
          </p:cNvPr>
          <p:cNvCxnSpPr>
            <a:cxnSpLocks/>
            <a:stCxn id="106" idx="0"/>
            <a:endCxn id="115" idx="2"/>
          </p:cNvCxnSpPr>
          <p:nvPr/>
        </p:nvCxnSpPr>
        <p:spPr>
          <a:xfrm rot="16200000" flipV="1">
            <a:off x="4096610" y="1586672"/>
            <a:ext cx="2632381" cy="200289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A5E4787A-1089-A4D0-DCF3-8F77F3945091}"/>
              </a:ext>
            </a:extLst>
          </p:cNvPr>
          <p:cNvCxnSpPr>
            <a:cxnSpLocks/>
            <a:stCxn id="106" idx="0"/>
            <a:endCxn id="113" idx="2"/>
          </p:cNvCxnSpPr>
          <p:nvPr/>
        </p:nvCxnSpPr>
        <p:spPr>
          <a:xfrm rot="16200000" flipV="1">
            <a:off x="2400449" y="-109490"/>
            <a:ext cx="3477412" cy="4550187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EEF66AC0-F8DC-C627-A633-D6FBAF037202}"/>
              </a:ext>
            </a:extLst>
          </p:cNvPr>
          <p:cNvCxnSpPr>
            <a:cxnSpLocks/>
            <a:stCxn id="106" idx="0"/>
            <a:endCxn id="111" idx="2"/>
          </p:cNvCxnSpPr>
          <p:nvPr/>
        </p:nvCxnSpPr>
        <p:spPr>
          <a:xfrm rot="16200000" flipV="1">
            <a:off x="4551567" y="2041628"/>
            <a:ext cx="976038" cy="274932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D66FBDF2-03CA-07B9-A60A-BA4C59268D69}"/>
              </a:ext>
            </a:extLst>
          </p:cNvPr>
          <p:cNvCxnSpPr>
            <a:cxnSpLocks/>
            <a:stCxn id="106" idx="1"/>
            <a:endCxn id="109" idx="2"/>
          </p:cNvCxnSpPr>
          <p:nvPr/>
        </p:nvCxnSpPr>
        <p:spPr>
          <a:xfrm rot="10800000">
            <a:off x="-497386" y="165564"/>
            <a:ext cx="5082834" cy="4031135"/>
          </a:xfrm>
          <a:prstGeom prst="bentConnector2">
            <a:avLst/>
          </a:prstGeom>
          <a:ln w="63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44" name="TextBox 31743">
            <a:extLst>
              <a:ext uri="{FF2B5EF4-FFF2-40B4-BE49-F238E27FC236}">
                <a16:creationId xmlns:a16="http://schemas.microsoft.com/office/drawing/2014/main" id="{175830CF-B07D-196B-4B54-D6602FAAF4B8}"/>
              </a:ext>
            </a:extLst>
          </p:cNvPr>
          <p:cNvSpPr txBox="1"/>
          <p:nvPr/>
        </p:nvSpPr>
        <p:spPr>
          <a:xfrm>
            <a:off x="6320833" y="1753974"/>
            <a:ext cx="1358153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Industry</a:t>
            </a:r>
          </a:p>
        </p:txBody>
      </p:sp>
      <p:sp>
        <p:nvSpPr>
          <p:cNvPr id="31745" name="TextBox 31744">
            <a:extLst>
              <a:ext uri="{FF2B5EF4-FFF2-40B4-BE49-F238E27FC236}">
                <a16:creationId xmlns:a16="http://schemas.microsoft.com/office/drawing/2014/main" id="{EDF00D91-9D4E-6187-A235-A83A1BE05341}"/>
              </a:ext>
            </a:extLst>
          </p:cNvPr>
          <p:cNvSpPr txBox="1"/>
          <p:nvPr/>
        </p:nvSpPr>
        <p:spPr>
          <a:xfrm>
            <a:off x="8888619" y="2608311"/>
            <a:ext cx="1250276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Cluster/Sector</a:t>
            </a:r>
          </a:p>
        </p:txBody>
      </p:sp>
      <p:sp>
        <p:nvSpPr>
          <p:cNvPr id="31747" name="TextBox 31746">
            <a:extLst>
              <a:ext uri="{FF2B5EF4-FFF2-40B4-BE49-F238E27FC236}">
                <a16:creationId xmlns:a16="http://schemas.microsoft.com/office/drawing/2014/main" id="{6F8EA76C-EC24-BCA0-49FD-C1BAABED730B}"/>
              </a:ext>
            </a:extLst>
          </p:cNvPr>
          <p:cNvSpPr txBox="1"/>
          <p:nvPr/>
        </p:nvSpPr>
        <p:spPr>
          <a:xfrm>
            <a:off x="7016418" y="2795305"/>
            <a:ext cx="1358153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Domain/Family</a:t>
            </a:r>
          </a:p>
        </p:txBody>
      </p:sp>
      <p:sp>
        <p:nvSpPr>
          <p:cNvPr id="31748" name="TextBox 31747">
            <a:extLst>
              <a:ext uri="{FF2B5EF4-FFF2-40B4-BE49-F238E27FC236}">
                <a16:creationId xmlns:a16="http://schemas.microsoft.com/office/drawing/2014/main" id="{FE997281-63C5-A057-BDC6-60DB7EF6ED1B}"/>
              </a:ext>
            </a:extLst>
          </p:cNvPr>
          <p:cNvSpPr txBox="1"/>
          <p:nvPr/>
        </p:nvSpPr>
        <p:spPr>
          <a:xfrm>
            <a:off x="8127932" y="3256311"/>
            <a:ext cx="1128133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Potential</a:t>
            </a:r>
          </a:p>
        </p:txBody>
      </p:sp>
      <p:cxnSp>
        <p:nvCxnSpPr>
          <p:cNvPr id="31749" name="Elbow Connector 31748">
            <a:extLst>
              <a:ext uri="{FF2B5EF4-FFF2-40B4-BE49-F238E27FC236}">
                <a16:creationId xmlns:a16="http://schemas.microsoft.com/office/drawing/2014/main" id="{49CAC371-4246-F1D4-B52F-04B70F0E52CE}"/>
              </a:ext>
            </a:extLst>
          </p:cNvPr>
          <p:cNvCxnSpPr>
            <a:cxnSpLocks/>
            <a:stCxn id="106" idx="0"/>
            <a:endCxn id="31748" idx="2"/>
          </p:cNvCxnSpPr>
          <p:nvPr/>
        </p:nvCxnSpPr>
        <p:spPr>
          <a:xfrm rot="5400000" flipH="1" flipV="1">
            <a:off x="7383012" y="2595324"/>
            <a:ext cx="340222" cy="227775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54" name="Elbow Connector 31753">
            <a:extLst>
              <a:ext uri="{FF2B5EF4-FFF2-40B4-BE49-F238E27FC236}">
                <a16:creationId xmlns:a16="http://schemas.microsoft.com/office/drawing/2014/main" id="{80CC276C-FB7D-CBA7-3DBE-6AA5A2659AB8}"/>
              </a:ext>
            </a:extLst>
          </p:cNvPr>
          <p:cNvCxnSpPr>
            <a:cxnSpLocks/>
            <a:stCxn id="106" idx="0"/>
            <a:endCxn id="31747" idx="2"/>
          </p:cNvCxnSpPr>
          <p:nvPr/>
        </p:nvCxnSpPr>
        <p:spPr>
          <a:xfrm rot="5400000" flipH="1" flipV="1">
            <a:off x="6654257" y="2863073"/>
            <a:ext cx="801228" cy="1281247"/>
          </a:xfrm>
          <a:prstGeom prst="bentConnector3">
            <a:avLst>
              <a:gd name="adj1" fmla="val 50000"/>
            </a:avLst>
          </a:prstGeom>
          <a:ln w="63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59" name="Elbow Connector 31758">
            <a:extLst>
              <a:ext uri="{FF2B5EF4-FFF2-40B4-BE49-F238E27FC236}">
                <a16:creationId xmlns:a16="http://schemas.microsoft.com/office/drawing/2014/main" id="{8367472D-4EBA-2E50-39B5-F4A2E326C030}"/>
              </a:ext>
            </a:extLst>
          </p:cNvPr>
          <p:cNvCxnSpPr>
            <a:cxnSpLocks/>
            <a:stCxn id="106" idx="0"/>
            <a:endCxn id="31744" idx="2"/>
          </p:cNvCxnSpPr>
          <p:nvPr/>
        </p:nvCxnSpPr>
        <p:spPr>
          <a:xfrm rot="5400000" flipH="1" flipV="1">
            <a:off x="5785800" y="2690200"/>
            <a:ext cx="1842559" cy="585662"/>
          </a:xfrm>
          <a:prstGeom prst="bentConnector3">
            <a:avLst>
              <a:gd name="adj1" fmla="val 65326"/>
            </a:avLst>
          </a:prstGeom>
          <a:ln w="63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63" name="Elbow Connector 31762">
            <a:extLst>
              <a:ext uri="{FF2B5EF4-FFF2-40B4-BE49-F238E27FC236}">
                <a16:creationId xmlns:a16="http://schemas.microsoft.com/office/drawing/2014/main" id="{8B879CFE-9990-A408-F670-60149EC2EDD2}"/>
              </a:ext>
            </a:extLst>
          </p:cNvPr>
          <p:cNvCxnSpPr>
            <a:cxnSpLocks/>
            <a:stCxn id="106" idx="3"/>
            <a:endCxn id="31745" idx="2"/>
          </p:cNvCxnSpPr>
          <p:nvPr/>
        </p:nvCxnSpPr>
        <p:spPr>
          <a:xfrm flipV="1">
            <a:off x="8243048" y="2916088"/>
            <a:ext cx="1270709" cy="1280610"/>
          </a:xfrm>
          <a:prstGeom prst="bentConnector2">
            <a:avLst/>
          </a:prstGeom>
          <a:ln w="63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66" name="TextBox 31765">
            <a:extLst>
              <a:ext uri="{FF2B5EF4-FFF2-40B4-BE49-F238E27FC236}">
                <a16:creationId xmlns:a16="http://schemas.microsoft.com/office/drawing/2014/main" id="{EC5EDEA4-B4F2-B435-DDB9-2464BD556A78}"/>
              </a:ext>
            </a:extLst>
          </p:cNvPr>
          <p:cNvSpPr txBox="1"/>
          <p:nvPr/>
        </p:nvSpPr>
        <p:spPr>
          <a:xfrm>
            <a:off x="10288570" y="3050678"/>
            <a:ext cx="106452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Knowledge</a:t>
            </a:r>
          </a:p>
        </p:txBody>
      </p:sp>
      <p:sp>
        <p:nvSpPr>
          <p:cNvPr id="31767" name="TextBox 31766">
            <a:extLst>
              <a:ext uri="{FF2B5EF4-FFF2-40B4-BE49-F238E27FC236}">
                <a16:creationId xmlns:a16="http://schemas.microsoft.com/office/drawing/2014/main" id="{5B702831-45B4-4CC6-EF58-62E5C454D11D}"/>
              </a:ext>
            </a:extLst>
          </p:cNvPr>
          <p:cNvSpPr txBox="1"/>
          <p:nvPr/>
        </p:nvSpPr>
        <p:spPr>
          <a:xfrm>
            <a:off x="8723802" y="997616"/>
            <a:ext cx="106452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Skill</a:t>
            </a:r>
          </a:p>
        </p:txBody>
      </p:sp>
      <p:sp>
        <p:nvSpPr>
          <p:cNvPr id="31768" name="TextBox 31767">
            <a:extLst>
              <a:ext uri="{FF2B5EF4-FFF2-40B4-BE49-F238E27FC236}">
                <a16:creationId xmlns:a16="http://schemas.microsoft.com/office/drawing/2014/main" id="{48E2E784-36F1-CF32-E064-50C6E4720AF9}"/>
              </a:ext>
            </a:extLst>
          </p:cNvPr>
          <p:cNvSpPr txBox="1"/>
          <p:nvPr/>
        </p:nvSpPr>
        <p:spPr>
          <a:xfrm>
            <a:off x="11713957" y="3256311"/>
            <a:ext cx="106452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Abilities</a:t>
            </a:r>
          </a:p>
        </p:txBody>
      </p:sp>
      <p:sp>
        <p:nvSpPr>
          <p:cNvPr id="31769" name="TextBox 31768">
            <a:extLst>
              <a:ext uri="{FF2B5EF4-FFF2-40B4-BE49-F238E27FC236}">
                <a16:creationId xmlns:a16="http://schemas.microsoft.com/office/drawing/2014/main" id="{19CF5B23-7ED4-4AF8-022D-7ACF0383036E}"/>
              </a:ext>
            </a:extLst>
          </p:cNvPr>
          <p:cNvSpPr txBox="1"/>
          <p:nvPr/>
        </p:nvSpPr>
        <p:spPr>
          <a:xfrm>
            <a:off x="10154280" y="1557683"/>
            <a:ext cx="106452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Curiosity</a:t>
            </a:r>
          </a:p>
        </p:txBody>
      </p:sp>
      <p:sp>
        <p:nvSpPr>
          <p:cNvPr id="31770" name="TextBox 31769">
            <a:extLst>
              <a:ext uri="{FF2B5EF4-FFF2-40B4-BE49-F238E27FC236}">
                <a16:creationId xmlns:a16="http://schemas.microsoft.com/office/drawing/2014/main" id="{EB55C42A-1047-FC5D-82EF-DEAF79009B95}"/>
              </a:ext>
            </a:extLst>
          </p:cNvPr>
          <p:cNvSpPr txBox="1"/>
          <p:nvPr/>
        </p:nvSpPr>
        <p:spPr>
          <a:xfrm>
            <a:off x="10926869" y="2212982"/>
            <a:ext cx="106452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personality</a:t>
            </a:r>
          </a:p>
        </p:txBody>
      </p:sp>
      <p:sp>
        <p:nvSpPr>
          <p:cNvPr id="31771" name="TextBox 31770">
            <a:extLst>
              <a:ext uri="{FF2B5EF4-FFF2-40B4-BE49-F238E27FC236}">
                <a16:creationId xmlns:a16="http://schemas.microsoft.com/office/drawing/2014/main" id="{245937E3-14D6-8406-E2B3-266EF0098796}"/>
              </a:ext>
            </a:extLst>
          </p:cNvPr>
          <p:cNvSpPr txBox="1"/>
          <p:nvPr/>
        </p:nvSpPr>
        <p:spPr>
          <a:xfrm>
            <a:off x="11658596" y="1446197"/>
            <a:ext cx="1064525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Motivation</a:t>
            </a:r>
          </a:p>
        </p:txBody>
      </p:sp>
      <p:cxnSp>
        <p:nvCxnSpPr>
          <p:cNvPr id="31772" name="Elbow Connector 31771">
            <a:extLst>
              <a:ext uri="{FF2B5EF4-FFF2-40B4-BE49-F238E27FC236}">
                <a16:creationId xmlns:a16="http://schemas.microsoft.com/office/drawing/2014/main" id="{1FDB5067-0680-2287-11F8-2ED5EAEDBD4D}"/>
              </a:ext>
            </a:extLst>
          </p:cNvPr>
          <p:cNvCxnSpPr>
            <a:cxnSpLocks/>
            <a:stCxn id="106" idx="3"/>
            <a:endCxn id="31768" idx="2"/>
          </p:cNvCxnSpPr>
          <p:nvPr/>
        </p:nvCxnSpPr>
        <p:spPr>
          <a:xfrm flipV="1">
            <a:off x="8243048" y="3564088"/>
            <a:ext cx="4003172" cy="632610"/>
          </a:xfrm>
          <a:prstGeom prst="bentConnector2">
            <a:avLst/>
          </a:prstGeom>
          <a:ln w="63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76" name="Elbow Connector 31775">
            <a:extLst>
              <a:ext uri="{FF2B5EF4-FFF2-40B4-BE49-F238E27FC236}">
                <a16:creationId xmlns:a16="http://schemas.microsoft.com/office/drawing/2014/main" id="{D0EBD341-86BB-E4EB-EBB6-2CD72EE4D612}"/>
              </a:ext>
            </a:extLst>
          </p:cNvPr>
          <p:cNvCxnSpPr>
            <a:cxnSpLocks/>
            <a:stCxn id="106" idx="3"/>
            <a:endCxn id="31766" idx="2"/>
          </p:cNvCxnSpPr>
          <p:nvPr/>
        </p:nvCxnSpPr>
        <p:spPr>
          <a:xfrm flipV="1">
            <a:off x="8243048" y="3358455"/>
            <a:ext cx="2577785" cy="838243"/>
          </a:xfrm>
          <a:prstGeom prst="bentConnector2">
            <a:avLst/>
          </a:prstGeom>
          <a:ln w="63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79" name="Elbow Connector 31778">
            <a:extLst>
              <a:ext uri="{FF2B5EF4-FFF2-40B4-BE49-F238E27FC236}">
                <a16:creationId xmlns:a16="http://schemas.microsoft.com/office/drawing/2014/main" id="{53CA9D6C-E5AD-A5D8-8F16-8071CE91D917}"/>
              </a:ext>
            </a:extLst>
          </p:cNvPr>
          <p:cNvCxnSpPr>
            <a:cxnSpLocks/>
            <a:stCxn id="106" idx="3"/>
            <a:endCxn id="31770" idx="2"/>
          </p:cNvCxnSpPr>
          <p:nvPr/>
        </p:nvCxnSpPr>
        <p:spPr>
          <a:xfrm flipV="1">
            <a:off x="8243048" y="2520759"/>
            <a:ext cx="3216084" cy="1675939"/>
          </a:xfrm>
          <a:prstGeom prst="bentConnector2">
            <a:avLst/>
          </a:prstGeom>
          <a:ln w="63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82" name="Elbow Connector 31781">
            <a:extLst>
              <a:ext uri="{FF2B5EF4-FFF2-40B4-BE49-F238E27FC236}">
                <a16:creationId xmlns:a16="http://schemas.microsoft.com/office/drawing/2014/main" id="{0399B019-B669-3F6B-59D1-4DCB5B5C4759}"/>
              </a:ext>
            </a:extLst>
          </p:cNvPr>
          <p:cNvCxnSpPr>
            <a:cxnSpLocks/>
            <a:stCxn id="106" idx="0"/>
            <a:endCxn id="31769" idx="2"/>
          </p:cNvCxnSpPr>
          <p:nvPr/>
        </p:nvCxnSpPr>
        <p:spPr>
          <a:xfrm rot="5400000" flipH="1" flipV="1">
            <a:off x="7530970" y="748738"/>
            <a:ext cx="2038850" cy="4272295"/>
          </a:xfrm>
          <a:prstGeom prst="bentConnector3">
            <a:avLst>
              <a:gd name="adj1" fmla="val 73084"/>
            </a:avLst>
          </a:prstGeom>
          <a:ln w="63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88" name="Elbow Connector 31787">
            <a:extLst>
              <a:ext uri="{FF2B5EF4-FFF2-40B4-BE49-F238E27FC236}">
                <a16:creationId xmlns:a16="http://schemas.microsoft.com/office/drawing/2014/main" id="{EE63BC88-035C-A1B1-9E40-A1BFBDC50670}"/>
              </a:ext>
            </a:extLst>
          </p:cNvPr>
          <p:cNvCxnSpPr>
            <a:cxnSpLocks/>
            <a:stCxn id="106" idx="0"/>
            <a:endCxn id="31767" idx="2"/>
          </p:cNvCxnSpPr>
          <p:nvPr/>
        </p:nvCxnSpPr>
        <p:spPr>
          <a:xfrm rot="5400000" flipH="1" flipV="1">
            <a:off x="6535698" y="1183944"/>
            <a:ext cx="2598917" cy="2841817"/>
          </a:xfrm>
          <a:prstGeom prst="bentConnector3">
            <a:avLst>
              <a:gd name="adj1" fmla="val 65005"/>
            </a:avLst>
          </a:prstGeom>
          <a:ln w="63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95" name="Elbow Connector 31794">
            <a:extLst>
              <a:ext uri="{FF2B5EF4-FFF2-40B4-BE49-F238E27FC236}">
                <a16:creationId xmlns:a16="http://schemas.microsoft.com/office/drawing/2014/main" id="{1CB19086-459C-68F6-CC91-6693FD7F10A4}"/>
              </a:ext>
            </a:extLst>
          </p:cNvPr>
          <p:cNvCxnSpPr>
            <a:cxnSpLocks/>
            <a:stCxn id="106" idx="0"/>
            <a:endCxn id="31771" idx="2"/>
          </p:cNvCxnSpPr>
          <p:nvPr/>
        </p:nvCxnSpPr>
        <p:spPr>
          <a:xfrm rot="5400000" flipH="1" flipV="1">
            <a:off x="8227385" y="-59163"/>
            <a:ext cx="2150336" cy="5776611"/>
          </a:xfrm>
          <a:prstGeom prst="bentConnector3">
            <a:avLst>
              <a:gd name="adj1" fmla="val 83769"/>
            </a:avLst>
          </a:prstGeom>
          <a:ln w="63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46" name="Rounded Rectangle 31845">
            <a:extLst>
              <a:ext uri="{FF2B5EF4-FFF2-40B4-BE49-F238E27FC236}">
                <a16:creationId xmlns:a16="http://schemas.microsoft.com/office/drawing/2014/main" id="{DE239AF2-B356-15B6-5330-D0A908C3688B}"/>
              </a:ext>
            </a:extLst>
          </p:cNvPr>
          <p:cNvSpPr/>
          <p:nvPr/>
        </p:nvSpPr>
        <p:spPr>
          <a:xfrm>
            <a:off x="6725409" y="3374081"/>
            <a:ext cx="1059953" cy="24991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belongs to</a:t>
            </a:r>
          </a:p>
        </p:txBody>
      </p:sp>
      <p:sp>
        <p:nvSpPr>
          <p:cNvPr id="31847" name="Rounded Rectangle 31846">
            <a:extLst>
              <a:ext uri="{FF2B5EF4-FFF2-40B4-BE49-F238E27FC236}">
                <a16:creationId xmlns:a16="http://schemas.microsoft.com/office/drawing/2014/main" id="{68885699-F0B7-FC52-A704-BDEDB2E7ABB5}"/>
              </a:ext>
            </a:extLst>
          </p:cNvPr>
          <p:cNvSpPr/>
          <p:nvPr/>
        </p:nvSpPr>
        <p:spPr>
          <a:xfrm>
            <a:off x="6549193" y="2512066"/>
            <a:ext cx="1059953" cy="24991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hired in</a:t>
            </a:r>
          </a:p>
        </p:txBody>
      </p:sp>
      <p:sp>
        <p:nvSpPr>
          <p:cNvPr id="31848" name="Rounded Rectangle 31847">
            <a:extLst>
              <a:ext uri="{FF2B5EF4-FFF2-40B4-BE49-F238E27FC236}">
                <a16:creationId xmlns:a16="http://schemas.microsoft.com/office/drawing/2014/main" id="{2D7F6DE9-A237-FD8D-EC27-D6A13FD6C7DB}"/>
              </a:ext>
            </a:extLst>
          </p:cNvPr>
          <p:cNvSpPr/>
          <p:nvPr/>
        </p:nvSpPr>
        <p:spPr>
          <a:xfrm>
            <a:off x="9037040" y="3684871"/>
            <a:ext cx="1059953" cy="24991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belongs to</a:t>
            </a:r>
          </a:p>
        </p:txBody>
      </p:sp>
      <p:sp>
        <p:nvSpPr>
          <p:cNvPr id="31849" name="Rounded Rectangle 31848">
            <a:extLst>
              <a:ext uri="{FF2B5EF4-FFF2-40B4-BE49-F238E27FC236}">
                <a16:creationId xmlns:a16="http://schemas.microsoft.com/office/drawing/2014/main" id="{A2803421-2308-6F23-D692-7651B47CB5FA}"/>
              </a:ext>
            </a:extLst>
          </p:cNvPr>
          <p:cNvSpPr/>
          <p:nvPr/>
        </p:nvSpPr>
        <p:spPr>
          <a:xfrm>
            <a:off x="7801121" y="3612206"/>
            <a:ext cx="793871" cy="227613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has</a:t>
            </a:r>
          </a:p>
        </p:txBody>
      </p:sp>
      <p:sp>
        <p:nvSpPr>
          <p:cNvPr id="31850" name="Rounded Rectangle 31849">
            <a:extLst>
              <a:ext uri="{FF2B5EF4-FFF2-40B4-BE49-F238E27FC236}">
                <a16:creationId xmlns:a16="http://schemas.microsoft.com/office/drawing/2014/main" id="{58DCEE6B-1E12-CAAB-8969-9A3399AADF54}"/>
              </a:ext>
            </a:extLst>
          </p:cNvPr>
          <p:cNvSpPr/>
          <p:nvPr/>
        </p:nvSpPr>
        <p:spPr>
          <a:xfrm>
            <a:off x="10375319" y="3651530"/>
            <a:ext cx="856638" cy="24991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requires</a:t>
            </a:r>
          </a:p>
        </p:txBody>
      </p:sp>
      <p:sp>
        <p:nvSpPr>
          <p:cNvPr id="31851" name="Rounded Rectangle 31850">
            <a:extLst>
              <a:ext uri="{FF2B5EF4-FFF2-40B4-BE49-F238E27FC236}">
                <a16:creationId xmlns:a16="http://schemas.microsoft.com/office/drawing/2014/main" id="{B475C4F5-5A17-EFB2-4231-3F539FCDD040}"/>
              </a:ext>
            </a:extLst>
          </p:cNvPr>
          <p:cNvSpPr/>
          <p:nvPr/>
        </p:nvSpPr>
        <p:spPr>
          <a:xfrm>
            <a:off x="11813603" y="3803930"/>
            <a:ext cx="856638" cy="24991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requires</a:t>
            </a:r>
          </a:p>
        </p:txBody>
      </p:sp>
      <p:sp>
        <p:nvSpPr>
          <p:cNvPr id="31852" name="Rounded Rectangle 31851">
            <a:extLst>
              <a:ext uri="{FF2B5EF4-FFF2-40B4-BE49-F238E27FC236}">
                <a16:creationId xmlns:a16="http://schemas.microsoft.com/office/drawing/2014/main" id="{5CCDA410-96E7-5ED7-9B99-897260E2B72C}"/>
              </a:ext>
            </a:extLst>
          </p:cNvPr>
          <p:cNvSpPr/>
          <p:nvPr/>
        </p:nvSpPr>
        <p:spPr>
          <a:xfrm>
            <a:off x="11037310" y="2684734"/>
            <a:ext cx="856638" cy="24991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requires</a:t>
            </a:r>
          </a:p>
        </p:txBody>
      </p:sp>
      <p:sp>
        <p:nvSpPr>
          <p:cNvPr id="31853" name="Rounded Rectangle 31852">
            <a:extLst>
              <a:ext uri="{FF2B5EF4-FFF2-40B4-BE49-F238E27FC236}">
                <a16:creationId xmlns:a16="http://schemas.microsoft.com/office/drawing/2014/main" id="{3D73691B-CEBD-4246-A1A1-3C74323E7666}"/>
              </a:ext>
            </a:extLst>
          </p:cNvPr>
          <p:cNvSpPr/>
          <p:nvPr/>
        </p:nvSpPr>
        <p:spPr>
          <a:xfrm>
            <a:off x="11775502" y="1937020"/>
            <a:ext cx="856638" cy="24991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requires</a:t>
            </a:r>
          </a:p>
        </p:txBody>
      </p:sp>
      <p:sp>
        <p:nvSpPr>
          <p:cNvPr id="31854" name="Rounded Rectangle 31853">
            <a:extLst>
              <a:ext uri="{FF2B5EF4-FFF2-40B4-BE49-F238E27FC236}">
                <a16:creationId xmlns:a16="http://schemas.microsoft.com/office/drawing/2014/main" id="{975A1336-5399-4465-D5E4-7C81FFE044CF}"/>
              </a:ext>
            </a:extLst>
          </p:cNvPr>
          <p:cNvSpPr/>
          <p:nvPr/>
        </p:nvSpPr>
        <p:spPr>
          <a:xfrm>
            <a:off x="8841788" y="1646504"/>
            <a:ext cx="856638" cy="24991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requires</a:t>
            </a:r>
          </a:p>
        </p:txBody>
      </p:sp>
      <p:sp>
        <p:nvSpPr>
          <p:cNvPr id="31855" name="Rounded Rectangle 31854">
            <a:extLst>
              <a:ext uri="{FF2B5EF4-FFF2-40B4-BE49-F238E27FC236}">
                <a16:creationId xmlns:a16="http://schemas.microsoft.com/office/drawing/2014/main" id="{C0E69F2E-05B3-8633-FF3C-384403F57459}"/>
              </a:ext>
            </a:extLst>
          </p:cNvPr>
          <p:cNvSpPr/>
          <p:nvPr/>
        </p:nvSpPr>
        <p:spPr>
          <a:xfrm>
            <a:off x="9579980" y="2284686"/>
            <a:ext cx="856638" cy="24991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requires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B3C37F-ADC7-AB07-0E1C-D9A912BBC4D6}"/>
              </a:ext>
            </a:extLst>
          </p:cNvPr>
          <p:cNvSpPr txBox="1"/>
          <p:nvPr/>
        </p:nvSpPr>
        <p:spPr>
          <a:xfrm>
            <a:off x="5588542" y="6792085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School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A588A-F7B9-1CEC-24C6-C825BB1C418C}"/>
              </a:ext>
            </a:extLst>
          </p:cNvPr>
          <p:cNvSpPr txBox="1"/>
          <p:nvPr/>
        </p:nvSpPr>
        <p:spPr>
          <a:xfrm>
            <a:off x="1839673" y="4785516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Stream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6A8AF-E167-785D-7BCC-68F67FFE8D8D}"/>
              </a:ext>
            </a:extLst>
          </p:cNvPr>
          <p:cNvSpPr txBox="1"/>
          <p:nvPr/>
        </p:nvSpPr>
        <p:spPr>
          <a:xfrm>
            <a:off x="4239056" y="6089622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4AA42-C331-E080-E128-7369EC629462}"/>
              </a:ext>
            </a:extLst>
          </p:cNvPr>
          <p:cNvSpPr txBox="1"/>
          <p:nvPr/>
        </p:nvSpPr>
        <p:spPr>
          <a:xfrm>
            <a:off x="7133531" y="5132543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College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4EFE6D-ADD8-2DD3-EBF4-7B42AE1952A1}"/>
              </a:ext>
            </a:extLst>
          </p:cNvPr>
          <p:cNvSpPr txBox="1"/>
          <p:nvPr/>
        </p:nvSpPr>
        <p:spPr>
          <a:xfrm>
            <a:off x="10403910" y="5643154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Degree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76F6A-041F-D2A2-2B8D-A1FBAEF77A8F}"/>
              </a:ext>
            </a:extLst>
          </p:cNvPr>
          <p:cNvSpPr txBox="1"/>
          <p:nvPr/>
        </p:nvSpPr>
        <p:spPr>
          <a:xfrm>
            <a:off x="8700283" y="4969530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Branch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6E791-B5B3-48A3-4E98-36F4899EB20F}"/>
              </a:ext>
            </a:extLst>
          </p:cNvPr>
          <p:cNvSpPr txBox="1"/>
          <p:nvPr/>
        </p:nvSpPr>
        <p:spPr>
          <a:xfrm>
            <a:off x="3246364" y="5080691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School - 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210699-25E0-DE60-3155-8450F5398ECD}"/>
              </a:ext>
            </a:extLst>
          </p:cNvPr>
          <p:cNvSpPr txBox="1"/>
          <p:nvPr/>
        </p:nvSpPr>
        <p:spPr>
          <a:xfrm>
            <a:off x="8853961" y="6451650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College - 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F6D53-F24D-5D50-5346-3B33F14E734B}"/>
              </a:ext>
            </a:extLst>
          </p:cNvPr>
          <p:cNvSpPr txBox="1"/>
          <p:nvPr/>
        </p:nvSpPr>
        <p:spPr>
          <a:xfrm>
            <a:off x="1008281" y="6464381"/>
            <a:ext cx="10645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Credential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C15F4852-0427-4205-44A2-0CECC8445FC4}"/>
              </a:ext>
            </a:extLst>
          </p:cNvPr>
          <p:cNvCxnSpPr>
            <a:cxnSpLocks/>
            <a:stCxn id="106" idx="2"/>
            <a:endCxn id="2" idx="0"/>
          </p:cNvCxnSpPr>
          <p:nvPr/>
        </p:nvCxnSpPr>
        <p:spPr>
          <a:xfrm rot="5400000">
            <a:off x="5116027" y="5493864"/>
            <a:ext cx="2303000" cy="293443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0476A7FF-0A64-20A0-B1D7-3A565255C53C}"/>
              </a:ext>
            </a:extLst>
          </p:cNvPr>
          <p:cNvCxnSpPr>
            <a:cxnSpLocks/>
            <a:stCxn id="106" idx="2"/>
            <a:endCxn id="5" idx="0"/>
          </p:cNvCxnSpPr>
          <p:nvPr/>
        </p:nvCxnSpPr>
        <p:spPr>
          <a:xfrm rot="16200000" flipH="1">
            <a:off x="6718292" y="4185041"/>
            <a:ext cx="643458" cy="1251546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B6939EA9-E5FE-9D1E-3964-3FA4164C2F21}"/>
              </a:ext>
            </a:extLst>
          </p:cNvPr>
          <p:cNvCxnSpPr>
            <a:cxnSpLocks/>
            <a:stCxn id="106" idx="3"/>
            <a:endCxn id="7" idx="0"/>
          </p:cNvCxnSpPr>
          <p:nvPr/>
        </p:nvCxnSpPr>
        <p:spPr>
          <a:xfrm>
            <a:off x="8243048" y="4196698"/>
            <a:ext cx="989498" cy="772832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52616071-6A6D-3EFF-C67C-759F7BE59A09}"/>
              </a:ext>
            </a:extLst>
          </p:cNvPr>
          <p:cNvCxnSpPr>
            <a:cxnSpLocks/>
            <a:stCxn id="106" idx="3"/>
            <a:endCxn id="6" idx="0"/>
          </p:cNvCxnSpPr>
          <p:nvPr/>
        </p:nvCxnSpPr>
        <p:spPr>
          <a:xfrm>
            <a:off x="8243048" y="4196698"/>
            <a:ext cx="2693125" cy="1446456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13505A3-5AAC-1DD2-127B-3B4C17B33024}"/>
              </a:ext>
            </a:extLst>
          </p:cNvPr>
          <p:cNvCxnSpPr>
            <a:cxnSpLocks/>
            <a:stCxn id="106" idx="2"/>
            <a:endCxn id="9" idx="0"/>
          </p:cNvCxnSpPr>
          <p:nvPr/>
        </p:nvCxnSpPr>
        <p:spPr>
          <a:xfrm rot="16200000" flipH="1">
            <a:off x="6918954" y="3984379"/>
            <a:ext cx="1962565" cy="2971976"/>
          </a:xfrm>
          <a:prstGeom prst="bentConnector3">
            <a:avLst>
              <a:gd name="adj1" fmla="val 5291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CC8D850-B58A-9D5D-EFF5-2289CF80AEE0}"/>
              </a:ext>
            </a:extLst>
          </p:cNvPr>
          <p:cNvCxnSpPr>
            <a:cxnSpLocks/>
            <a:stCxn id="106" idx="1"/>
            <a:endCxn id="8" idx="0"/>
          </p:cNvCxnSpPr>
          <p:nvPr/>
        </p:nvCxnSpPr>
        <p:spPr>
          <a:xfrm rot="10800000" flipV="1">
            <a:off x="3778628" y="4196697"/>
            <a:ext cx="806821" cy="883993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AF3655B-53B5-BFEA-269E-D2064EDC0837}"/>
              </a:ext>
            </a:extLst>
          </p:cNvPr>
          <p:cNvCxnSpPr>
            <a:cxnSpLocks/>
            <a:stCxn id="106" idx="1"/>
            <a:endCxn id="10" idx="0"/>
          </p:cNvCxnSpPr>
          <p:nvPr/>
        </p:nvCxnSpPr>
        <p:spPr>
          <a:xfrm rot="10800000" flipV="1">
            <a:off x="1540544" y="4196697"/>
            <a:ext cx="3044904" cy="2267683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F968123D-2BA7-3EA5-F79E-6D4DEA5ED1A0}"/>
              </a:ext>
            </a:extLst>
          </p:cNvPr>
          <p:cNvCxnSpPr>
            <a:cxnSpLocks/>
            <a:stCxn id="106" idx="2"/>
            <a:endCxn id="4" idx="0"/>
          </p:cNvCxnSpPr>
          <p:nvPr/>
        </p:nvCxnSpPr>
        <p:spPr>
          <a:xfrm rot="5400000">
            <a:off x="4792516" y="4467889"/>
            <a:ext cx="1600537" cy="1642929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40290FE-0645-A17B-F6F9-006F3F50EDB6}"/>
              </a:ext>
            </a:extLst>
          </p:cNvPr>
          <p:cNvCxnSpPr>
            <a:cxnSpLocks/>
            <a:stCxn id="106" idx="1"/>
            <a:endCxn id="3" idx="0"/>
          </p:cNvCxnSpPr>
          <p:nvPr/>
        </p:nvCxnSpPr>
        <p:spPr>
          <a:xfrm rot="10800000" flipV="1">
            <a:off x="2371936" y="4196698"/>
            <a:ext cx="2213512" cy="588818"/>
          </a:xfrm>
          <a:prstGeom prst="bent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97DD893-D5B7-F2AD-3541-8729856F9C45}"/>
              </a:ext>
            </a:extLst>
          </p:cNvPr>
          <p:cNvSpPr/>
          <p:nvPr/>
        </p:nvSpPr>
        <p:spPr>
          <a:xfrm>
            <a:off x="1852635" y="4372350"/>
            <a:ext cx="1059953" cy="24991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enabled by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5BD98A2-619D-1732-F842-44C991D65970}"/>
              </a:ext>
            </a:extLst>
          </p:cNvPr>
          <p:cNvSpPr/>
          <p:nvPr/>
        </p:nvSpPr>
        <p:spPr>
          <a:xfrm>
            <a:off x="790858" y="5382006"/>
            <a:ext cx="1502603" cy="257239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strengthened by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47E7ED3-FF3E-6BDC-5F83-134D8E974ED1}"/>
              </a:ext>
            </a:extLst>
          </p:cNvPr>
          <p:cNvSpPr/>
          <p:nvPr/>
        </p:nvSpPr>
        <p:spPr>
          <a:xfrm>
            <a:off x="8715424" y="4448541"/>
            <a:ext cx="1059953" cy="24991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enabled by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A271960-89D3-B3D9-035B-7A68991DE468}"/>
              </a:ext>
            </a:extLst>
          </p:cNvPr>
          <p:cNvSpPr/>
          <p:nvPr/>
        </p:nvSpPr>
        <p:spPr>
          <a:xfrm>
            <a:off x="9982252" y="4743819"/>
            <a:ext cx="1933520" cy="225711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commonly enabled by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35CEF9B-B6E8-D8D9-0B5A-567DE1638DCB}"/>
              </a:ext>
            </a:extLst>
          </p:cNvPr>
          <p:cNvSpPr/>
          <p:nvPr/>
        </p:nvSpPr>
        <p:spPr>
          <a:xfrm>
            <a:off x="4248176" y="5567743"/>
            <a:ext cx="1059953" cy="24991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enabled by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AB275E88-426B-C8A8-98C3-070751AD5E8D}"/>
              </a:ext>
            </a:extLst>
          </p:cNvPr>
          <p:cNvSpPr/>
          <p:nvPr/>
        </p:nvSpPr>
        <p:spPr>
          <a:xfrm>
            <a:off x="-1106622" y="1812062"/>
            <a:ext cx="1124223" cy="249689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adjacent to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02A2409-7D83-160B-2383-A2CF45AD3329}"/>
              </a:ext>
            </a:extLst>
          </p:cNvPr>
          <p:cNvSpPr/>
          <p:nvPr/>
        </p:nvSpPr>
        <p:spPr>
          <a:xfrm>
            <a:off x="-311276" y="1021478"/>
            <a:ext cx="1249643" cy="269627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described as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1FDB883-090B-BBBE-2147-573CA4B13472}"/>
              </a:ext>
            </a:extLst>
          </p:cNvPr>
          <p:cNvSpPr/>
          <p:nvPr/>
        </p:nvSpPr>
        <p:spPr>
          <a:xfrm>
            <a:off x="555506" y="2188302"/>
            <a:ext cx="1182011" cy="224879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expressed as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47064DF-8F79-148D-D301-B6F2BA075012}"/>
              </a:ext>
            </a:extLst>
          </p:cNvPr>
          <p:cNvSpPr/>
          <p:nvPr/>
        </p:nvSpPr>
        <p:spPr>
          <a:xfrm>
            <a:off x="6558599" y="4697318"/>
            <a:ext cx="1933520" cy="225711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commonly enabled by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230C21B-87AA-25EE-DB87-192F9BA726BA}"/>
              </a:ext>
            </a:extLst>
          </p:cNvPr>
          <p:cNvSpPr/>
          <p:nvPr/>
        </p:nvSpPr>
        <p:spPr>
          <a:xfrm>
            <a:off x="5497947" y="5634427"/>
            <a:ext cx="1933520" cy="225711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commonly enabled by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83FBB17-96C8-7323-5349-4BCA2D22342A}"/>
              </a:ext>
            </a:extLst>
          </p:cNvPr>
          <p:cNvSpPr/>
          <p:nvPr/>
        </p:nvSpPr>
        <p:spPr>
          <a:xfrm>
            <a:off x="8648151" y="5761929"/>
            <a:ext cx="1502603" cy="257239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strengthened by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5F40557D-537F-C31B-0E99-CF7811678373}"/>
              </a:ext>
            </a:extLst>
          </p:cNvPr>
          <p:cNvSpPr/>
          <p:nvPr/>
        </p:nvSpPr>
        <p:spPr>
          <a:xfrm>
            <a:off x="3014959" y="4562848"/>
            <a:ext cx="1502603" cy="257239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strengthened by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42213AA-D24E-DA3B-6170-CE11B13D4025}"/>
              </a:ext>
            </a:extLst>
          </p:cNvPr>
          <p:cNvSpPr/>
          <p:nvPr/>
        </p:nvSpPr>
        <p:spPr>
          <a:xfrm>
            <a:off x="-196976" y="3607534"/>
            <a:ext cx="1124223" cy="249689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occurs in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06EA253-C6B7-A3F9-D447-B5237842C89B}"/>
              </a:ext>
            </a:extLst>
          </p:cNvPr>
          <p:cNvSpPr/>
          <p:nvPr/>
        </p:nvSpPr>
        <p:spPr>
          <a:xfrm>
            <a:off x="3227277" y="3302731"/>
            <a:ext cx="869267" cy="21396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involves</a:t>
            </a:r>
          </a:p>
        </p:txBody>
      </p:sp>
      <p:sp>
        <p:nvSpPr>
          <p:cNvPr id="31809" name="Rounded Rectangle 31808">
            <a:extLst>
              <a:ext uri="{FF2B5EF4-FFF2-40B4-BE49-F238E27FC236}">
                <a16:creationId xmlns:a16="http://schemas.microsoft.com/office/drawing/2014/main" id="{B37F0142-2384-495E-4967-FA9EE5E4D617}"/>
              </a:ext>
            </a:extLst>
          </p:cNvPr>
          <p:cNvSpPr/>
          <p:nvPr/>
        </p:nvSpPr>
        <p:spPr>
          <a:xfrm>
            <a:off x="4574213" y="3497995"/>
            <a:ext cx="1217789" cy="225938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open path to</a:t>
            </a:r>
          </a:p>
        </p:txBody>
      </p:sp>
      <p:sp>
        <p:nvSpPr>
          <p:cNvPr id="31811" name="Rounded Rectangle 31810">
            <a:extLst>
              <a:ext uri="{FF2B5EF4-FFF2-40B4-BE49-F238E27FC236}">
                <a16:creationId xmlns:a16="http://schemas.microsoft.com/office/drawing/2014/main" id="{4754404B-181D-FA8C-97D0-51BF2BF661BF}"/>
              </a:ext>
            </a:extLst>
          </p:cNvPr>
          <p:cNvSpPr/>
          <p:nvPr/>
        </p:nvSpPr>
        <p:spPr>
          <a:xfrm>
            <a:off x="2393849" y="1826348"/>
            <a:ext cx="965573" cy="23430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impact to</a:t>
            </a:r>
          </a:p>
        </p:txBody>
      </p:sp>
      <p:sp>
        <p:nvSpPr>
          <p:cNvPr id="31812" name="Rounded Rectangle 31811">
            <a:extLst>
              <a:ext uri="{FF2B5EF4-FFF2-40B4-BE49-F238E27FC236}">
                <a16:creationId xmlns:a16="http://schemas.microsoft.com/office/drawing/2014/main" id="{0BE16624-5CD8-A643-EE09-CB51B0E3883B}"/>
              </a:ext>
            </a:extLst>
          </p:cNvPr>
          <p:cNvSpPr/>
          <p:nvPr/>
        </p:nvSpPr>
        <p:spPr>
          <a:xfrm>
            <a:off x="3932145" y="1650130"/>
            <a:ext cx="965573" cy="234302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induct as</a:t>
            </a:r>
          </a:p>
        </p:txBody>
      </p:sp>
      <p:sp>
        <p:nvSpPr>
          <p:cNvPr id="31814" name="Rounded Rectangle 31813">
            <a:extLst>
              <a:ext uri="{FF2B5EF4-FFF2-40B4-BE49-F238E27FC236}">
                <a16:creationId xmlns:a16="http://schemas.microsoft.com/office/drawing/2014/main" id="{40B0E3F6-67D1-9D3A-C3B5-B163F6D79798}"/>
              </a:ext>
            </a:extLst>
          </p:cNvPr>
          <p:cNvSpPr/>
          <p:nvPr/>
        </p:nvSpPr>
        <p:spPr>
          <a:xfrm>
            <a:off x="1241309" y="730958"/>
            <a:ext cx="1249643" cy="269627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has demand</a:t>
            </a:r>
          </a:p>
        </p:txBody>
      </p:sp>
      <p:sp>
        <p:nvSpPr>
          <p:cNvPr id="31815" name="Rounded Rectangle 31814">
            <a:extLst>
              <a:ext uri="{FF2B5EF4-FFF2-40B4-BE49-F238E27FC236}">
                <a16:creationId xmlns:a16="http://schemas.microsoft.com/office/drawing/2014/main" id="{CB041E7D-0378-791B-DE17-EF6758E01FDF}"/>
              </a:ext>
            </a:extLst>
          </p:cNvPr>
          <p:cNvSpPr/>
          <p:nvPr/>
        </p:nvSpPr>
        <p:spPr>
          <a:xfrm>
            <a:off x="1798525" y="3631344"/>
            <a:ext cx="1124223" cy="249689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validates</a:t>
            </a:r>
          </a:p>
        </p:txBody>
      </p:sp>
    </p:spTree>
    <p:extLst>
      <p:ext uri="{BB962C8B-B14F-4D97-AF65-F5344CB8AC3E}">
        <p14:creationId xmlns:p14="http://schemas.microsoft.com/office/powerpoint/2010/main" val="240402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_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12382</TotalTime>
  <Words>141</Words>
  <Application>Microsoft Macintosh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Calibri Light</vt:lpstr>
      <vt:lpstr>Rockwell</vt:lpstr>
      <vt:lpstr>Wingdings</vt:lpstr>
      <vt:lpstr>Office Theme</vt:lpstr>
      <vt:lpstr>3_Atlas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Mainak Basu</dc:creator>
  <cp:lastModifiedBy>Mainak Basu</cp:lastModifiedBy>
  <cp:revision>8</cp:revision>
  <dcterms:created xsi:type="dcterms:W3CDTF">2026-03-25T08:51:03Z</dcterms:created>
  <dcterms:modified xsi:type="dcterms:W3CDTF">2026-04-30T06:27:09Z</dcterms:modified>
</cp:coreProperties>
</file>